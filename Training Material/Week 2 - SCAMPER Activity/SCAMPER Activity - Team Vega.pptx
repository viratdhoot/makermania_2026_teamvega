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04E44-E1AD-F199-8051-327825669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623F4-4275-F0EA-7309-2B86D76A6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0419B-4C0F-7C8B-C4E1-3B0B1F48F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6769-D0C6-40F1-958C-9DEEDDEA799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BF975-CC26-BF60-F6F8-24C06B24E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E16CB-ED8C-C1E9-C29E-E34FBA70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1D6C-C6B8-41AB-B2D7-5E7C780D4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55B9-C3AB-6E15-F5CB-7FAB673E5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42EB5-83FE-F33D-F9AC-2D97292C7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1E683-8C53-8BB8-2E6E-A695B6E4D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6769-D0C6-40F1-958C-9DEEDDEA799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703CD-DF11-D88C-A0B9-D18B475DE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3B30F-8732-21D7-B135-1ED969824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1D6C-C6B8-41AB-B2D7-5E7C780D4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40927-24AE-F3F1-048D-E063FBAE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FEDF8-14CC-F83D-97FE-DCE6916E0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B3CED-C61D-B8AA-7A8F-AFC2ADE83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6769-D0C6-40F1-958C-9DEEDDEA799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75724-C403-AF7C-FBEE-F48CC5D72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040BE-474B-993E-7640-AAA44382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1D6C-C6B8-41AB-B2D7-5E7C780D4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7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F5D59-90EC-E119-F711-DD1232CCC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B2F07-6EB7-4BFF-4C37-E2E596770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B52CE-F269-44BD-5C89-22DB36BA7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F2D80-36A7-3C3D-F565-43E63595B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6769-D0C6-40F1-958C-9DEEDDEA799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BAA40-A6CA-47C0-1C6A-916E20FB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8C2AC-FACA-09E7-3ED9-ED23B6C8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1D6C-C6B8-41AB-B2D7-5E7C780D4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7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1ECBA-99E3-9E06-CF24-0518274C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590BD-ECEB-23CF-ADB2-3E6EB6AED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4D027-09F9-45FE-1A71-FA67741F9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833C8-CA56-D7FE-96CB-BEEB861AB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E059C7-D024-C974-EEA6-A50C744FB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43BE2C-52A9-10D2-9B99-CCBD27603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6769-D0C6-40F1-958C-9DEEDDEA799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82644E-141C-4B5A-CA22-1F3D8013F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271FF4-C830-6BAB-AC62-D5DFD46C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1D6C-C6B8-41AB-B2D7-5E7C780D4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8EABB-E81B-0AE1-E836-EACFD5E2D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9823D-E60A-72AF-D392-E37BA652A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6769-D0C6-40F1-958C-9DEEDDEA799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D560A-E53B-138B-6C98-7899C068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67988C-82BB-882E-A9A7-42177DCC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1D6C-C6B8-41AB-B2D7-5E7C780D4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10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A48CC-4FB1-0AB1-5E70-7CC8DB106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6769-D0C6-40F1-958C-9DEEDDEA799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650D68-0744-A465-E1A7-60D966D8D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33740-6F25-4DF7-A50A-2C514289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1D6C-C6B8-41AB-B2D7-5E7C780D4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8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9312-03C5-A33B-CDCB-E185C95D1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9BD41-0B80-C441-6418-F163B7911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BFCF4-DB3D-7AE1-D06C-2A442173D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F4EDD-00B3-3484-ED1B-F41F7FB5A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6769-D0C6-40F1-958C-9DEEDDEA799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AD449-068C-4027-152D-CA3F24A3C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B4289-EE2F-282C-80A4-6486F53FA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1D6C-C6B8-41AB-B2D7-5E7C780D4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7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5849D-2A1A-1682-4C06-50D10359D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CD8AC1-32E4-87E0-F559-7B8BFD7A87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B17BB-F86F-5420-5BC3-BAF5242A7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E6AA8-B132-E9B4-8751-304AE14C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6769-D0C6-40F1-958C-9DEEDDEA799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98BDE-1EDC-A0F2-0D49-86B1AF37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4D60E-BDDE-90C3-57BE-4F3FB287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1D6C-C6B8-41AB-B2D7-5E7C780D4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81ED8-E763-4239-52FE-A2647C8C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DB3DA-DA03-30C5-A3EE-6740EA616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E0FF5-20F7-B0B4-EB7D-645A3646A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6769-D0C6-40F1-958C-9DEEDDEA799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4B3AA-230D-E3C4-71A7-1A8449D07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EEA67-C8EE-C1E0-E73B-51BFC0E65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1D6C-C6B8-41AB-B2D7-5E7C780D4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2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68429B-45D9-F831-9E2E-BC0906BFB3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7BC86-A541-4CC6-8BC3-1E72DFAFD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DDABF-300F-47C7-B915-4C3C4BE1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6769-D0C6-40F1-958C-9DEEDDEA799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A0-A0A0-C2B0-500D-24A847A7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04F59-D068-C6C5-E44F-F3C669EBF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1D6C-C6B8-41AB-B2D7-5E7C780D4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6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C6D9E5-CD76-5D98-29F0-2DD9086A3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80701-450C-C2FE-E35E-77D05733A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FEDD2-832A-0389-FF7E-5EF891CF2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36769-D0C6-40F1-958C-9DEEDDEA7996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B6EE1-853D-725F-B990-1A4C3404E7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C2BE7-E774-3665-3040-430DD6341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11D6C-C6B8-41AB-B2D7-5E7C780D4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7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3D6923-997E-94D2-975E-EE91743C31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0241954-1FA0-C992-9162-A3F5E91A05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7D2303-556B-1EAE-4A77-ED381517E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58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B04C33-D249-5345-8EDD-B175A7C69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FDD467-B97E-53E4-D0A1-1F106D578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28E5DD-76BB-DD97-087D-659737E84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97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1A6F67-F474-7348-6237-CAE79F37DB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3FB2178-5055-612F-4ED9-C467ECA8A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3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04A3EB2-99A7-97DB-8121-7700A6870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31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7D16D6-4382-9478-7DC6-4D264D556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arker Grotesque">
      <a:majorFont>
        <a:latin typeface="Darker Grotesque ExtraBold"/>
        <a:ea typeface=""/>
        <a:cs typeface=""/>
      </a:majorFont>
      <a:minorFont>
        <a:latin typeface="Darker Grotesque Semi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Darker Grotesque ExtraBold</vt:lpstr>
      <vt:lpstr>Darker Grotesque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Aarya T</dc:creator>
  <cp:lastModifiedBy>Aarya T</cp:lastModifiedBy>
  <cp:revision>4</cp:revision>
  <dcterms:created xsi:type="dcterms:W3CDTF">2026-06-09T08:17:09Z</dcterms:created>
  <dcterms:modified xsi:type="dcterms:W3CDTF">2026-06-10T08:34:19Z</dcterms:modified>
</cp:coreProperties>
</file>